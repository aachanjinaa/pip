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4F0B4-99E2-1206-F54C-F38F0E4E4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1AEC2A-961C-FD9E-62BC-09CD9EF64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631108-D7FF-F9A5-5F73-AD62A40A7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EC087-2CB3-4C28-BCB8-96239B3280B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23539F-65F5-595D-694E-AABE78092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817D9D-AE79-E5D8-6C75-27DD43BA9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345B-98BF-43E0-9C6C-93FB5754C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72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9A0E7-5559-7BC8-0B42-399BA36FC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5765FE-96E0-CD3A-B97C-B6FCE8FF4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6D95DB-9704-51CA-C2CA-E2A04B601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EC087-2CB3-4C28-BCB8-96239B3280B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99798A-8BEA-B620-CA1E-4ADFFC5C0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A05AED-18D3-04CF-752E-7B816C9A5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345B-98BF-43E0-9C6C-93FB5754C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633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D6DB1-7E5F-0A7A-BDC7-7B985B5A2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AF0C39-5AC0-6620-D4B6-324E4E127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80A680-F8FE-C98B-39E3-54793E306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EC087-2CB3-4C28-BCB8-96239B3280B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DE10BB-DC27-9BDC-045A-D50C0A7F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0D011B-E53F-E820-68AD-07F04835F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345B-98BF-43E0-9C6C-93FB5754C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630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CA85D8-53BD-B1FE-497C-F4657E95F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DD7E9-0F26-0360-A612-9CB659C7D0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A4BDAB-F154-32AE-327B-F705C9FB0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BD1E2D-CE8A-D39B-3A58-BE17BB704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EC087-2CB3-4C28-BCB8-96239B3280B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BD085E-5767-216B-C85D-EFC3C9F9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EE2F9C-5F98-9A9E-AA71-DA72A0BE2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345B-98BF-43E0-9C6C-93FB5754C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340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5A210-682B-465C-4C89-4FB0D6AA7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C39089-A0F7-D02A-C97E-D1ECF84E3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018DF6-E4BD-348D-C99F-632E802D0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513217-884C-F2BF-9E96-B00649F62E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D7911B0-17CA-8C8F-B0DE-A3DE376FE9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366B7EC-1461-DD93-D797-94DD02DB6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EC087-2CB3-4C28-BCB8-96239B3280B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D477708-6621-D95A-11E5-0D7B37A2D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A8C4D7-383B-A05D-75F8-5D85ECCD2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345B-98BF-43E0-9C6C-93FB5754C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093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F862E1-9526-4BD5-F865-32A2E7D2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EE60BD4-FA93-5196-8F5F-94B344E3E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EC087-2CB3-4C28-BCB8-96239B3280B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DDB9D6-B691-0BEA-2B89-0B202F7C4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78AE72-1080-B615-B560-3CDB26F0C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345B-98BF-43E0-9C6C-93FB5754C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907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77ED764-2A40-158A-8DA8-B0385CAAD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EC087-2CB3-4C28-BCB8-96239B3280B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EE2E4B9-4763-F131-6543-37A0E6E60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435ADA-4B1A-7123-C0AB-53D8A8CEA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345B-98BF-43E0-9C6C-93FB5754C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1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DD31F7-C820-DB92-C211-5892638B4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EE39D8-8C7E-8864-FB6A-D03491083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F38AEF-EAEF-55BC-68EB-DB4DED235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9D6688-280D-898E-CA37-15F45134F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EC087-2CB3-4C28-BCB8-96239B3280B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9F775B-A9D4-3250-A67C-9012C32F6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C470EF-7F66-FB05-20EC-47E71344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345B-98BF-43E0-9C6C-93FB5754C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69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59DC53-4FA4-980E-7F3B-83015E25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D77097-2097-A455-3B4C-53E37A719D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1DD7FC-FAC0-B9AB-88FC-0597A2FC69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4C07D9-B106-4786-BCEC-062FFA4BC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EC087-2CB3-4C28-BCB8-96239B3280B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4C654A-DA32-E1B9-723C-D64A61195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BF2011-CA72-E950-DD79-86DA52143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345B-98BF-43E0-9C6C-93FB5754C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454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9EFCD-8BB7-0A4A-3DE6-24898D541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E445A3-A8B4-C816-F326-6DAB49E57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654922-2D25-BED3-5597-C0D7519C5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EC087-2CB3-4C28-BCB8-96239B3280B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CD553F-2019-1FA2-601F-8B4D977D1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168BE6-E49B-AE17-A451-CB9514EE9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345B-98BF-43E0-9C6C-93FB5754C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58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312720C-73E7-75FD-BCD6-099AB0C73B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DB706A-4FAF-3CE7-142B-04D9A9591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667B15-BECF-6CD9-98B8-CFE65E4A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EC087-2CB3-4C28-BCB8-96239B3280B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5413E5-13C3-D576-BAD3-40EF7C728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FC57EF-DA06-8A95-7379-65670E7B1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E345B-98BF-43E0-9C6C-93FB5754C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739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D45D368-B3B9-5EF0-4D38-2349F4F39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7E739D-C4B2-5AE3-9C86-68983CFB8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FEE400-A387-1853-BA87-C8A3EFB87B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DEC087-2CB3-4C28-BCB8-96239B3280B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FB0D8E-A05C-552C-1896-44CD5079B9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5B2CBF-ECA5-92E5-E197-1FD490547A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0E345B-98BF-43E0-9C6C-93FB5754C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38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827CA2-5F56-C3A6-DC1B-F9DC281DDB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SlayTheLord</a:t>
            </a:r>
            <a:r>
              <a:rPr lang="en-US" altLang="ko-KR" dirty="0"/>
              <a:t>(S.T.L)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2D8082-5BF5-52A6-3C84-264416ECB3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2021180009 </a:t>
            </a:r>
            <a:r>
              <a:rPr lang="ko-KR" altLang="en-US" dirty="0"/>
              <a:t>박경준</a:t>
            </a:r>
            <a:endParaRPr lang="en-US" altLang="ko-KR" dirty="0"/>
          </a:p>
          <a:p>
            <a:r>
              <a:rPr lang="en-US" altLang="ko-KR" dirty="0"/>
              <a:t>2021180010 </a:t>
            </a:r>
            <a:r>
              <a:rPr lang="ko-KR" altLang="en-US" dirty="0"/>
              <a:t>박대원</a:t>
            </a:r>
            <a:endParaRPr lang="en-US" altLang="ko-KR" dirty="0"/>
          </a:p>
          <a:p>
            <a:r>
              <a:rPr lang="en-US" altLang="ko-KR" dirty="0"/>
              <a:t>2021180035 </a:t>
            </a:r>
            <a:r>
              <a:rPr lang="ko-KR" altLang="en-US" dirty="0"/>
              <a:t>임찬진</a:t>
            </a:r>
          </a:p>
        </p:txBody>
      </p:sp>
    </p:spTree>
    <p:extLst>
      <p:ext uri="{BB962C8B-B14F-4D97-AF65-F5344CB8AC3E}">
        <p14:creationId xmlns:p14="http://schemas.microsoft.com/office/powerpoint/2010/main" val="292448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4470EB-C532-1FE1-A1EB-7F23EF5FF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138305-567C-BDC6-1B21-31CBFA034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628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3206F3-D254-1625-8385-2AA4BBA0C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개인별 준비현황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A30ECBE9-2CC9-C9A6-70B1-BC45E9EB7E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7920927"/>
              </p:ext>
            </p:extLst>
          </p:nvPr>
        </p:nvGraphicFramePr>
        <p:xfrm>
          <a:off x="838200" y="1825625"/>
          <a:ext cx="10515600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99501219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24328196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713718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수강과목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811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박경준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서버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 C, C++</a:t>
                      </a:r>
                      <a:r>
                        <a:rPr lang="ko-KR" altLang="en-US" dirty="0"/>
                        <a:t>프로그래밍</a:t>
                      </a:r>
                      <a:r>
                        <a:rPr lang="en-US" altLang="ko-KR" dirty="0"/>
                        <a:t>, STL, </a:t>
                      </a:r>
                      <a:r>
                        <a:rPr lang="ko-KR" altLang="en-US" dirty="0"/>
                        <a:t>컴퓨터 구조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운영체제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컴퓨터 그래픽스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게임수학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윈도우 프로그래밍</a:t>
                      </a:r>
                      <a:r>
                        <a:rPr lang="en-US" altLang="ko-KR" dirty="0"/>
                        <a:t>, 2D </a:t>
                      </a:r>
                      <a:r>
                        <a:rPr lang="ko-KR" altLang="en-US" dirty="0"/>
                        <a:t>게임프로그래밍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자료구조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알고리즘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인공지능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네트워크 게임 프로그래밍</a:t>
                      </a:r>
                      <a:r>
                        <a:rPr lang="en-US" altLang="ko-KR" dirty="0"/>
                        <a:t>, 3D </a:t>
                      </a:r>
                      <a:r>
                        <a:rPr lang="ko-KR" altLang="en-US" dirty="0"/>
                        <a:t>게임 프로그래밍</a:t>
                      </a: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005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박대원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클라이언트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471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임찬진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클라이언트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729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264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F85543-257B-1D1D-BCC3-6A6479E75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환경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1430071-44C8-0AEA-1EF0-CA299FC0AE5C}"/>
              </a:ext>
            </a:extLst>
          </p:cNvPr>
          <p:cNvSpPr/>
          <p:nvPr/>
        </p:nvSpPr>
        <p:spPr>
          <a:xfrm>
            <a:off x="-18760" y="2343551"/>
            <a:ext cx="6114760" cy="1085449"/>
          </a:xfrm>
          <a:prstGeom prst="rect">
            <a:avLst/>
          </a:prstGeom>
          <a:solidFill>
            <a:schemeClr val="bg1">
              <a:lumMod val="8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004DE9-267E-5F21-E68C-B34F59EDF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63324" y1="27007" x2="63324" y2="28175"/>
                        <a14:foregroundMark x1="30907" y1="32701" x2="30769" y2="39124"/>
                        <a14:foregroundMark x1="34890" y1="67445" x2="34890" y2="684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0212" y="2500459"/>
            <a:ext cx="820069" cy="771631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C42B20B7-B30E-54B3-5511-36A029837571}"/>
              </a:ext>
            </a:extLst>
          </p:cNvPr>
          <p:cNvSpPr txBox="1"/>
          <p:nvPr/>
        </p:nvSpPr>
        <p:spPr>
          <a:xfrm>
            <a:off x="2072098" y="2563108"/>
            <a:ext cx="2896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Microsoft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Windows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10</a:t>
            </a:r>
          </a:p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Microsoft Windows 11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4E6CBF-ED89-5D0C-3B31-1F585A4A8A29}"/>
              </a:ext>
            </a:extLst>
          </p:cNvPr>
          <p:cNvSpPr/>
          <p:nvPr/>
        </p:nvSpPr>
        <p:spPr>
          <a:xfrm>
            <a:off x="6096000" y="2343551"/>
            <a:ext cx="6077240" cy="1085449"/>
          </a:xfrm>
          <a:prstGeom prst="rect">
            <a:avLst/>
          </a:prstGeom>
          <a:solidFill>
            <a:schemeClr val="bg1">
              <a:lumMod val="6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6848B2B-A47D-91B3-05F2-7F063A620D43}"/>
              </a:ext>
            </a:extLst>
          </p:cNvPr>
          <p:cNvSpPr/>
          <p:nvPr/>
        </p:nvSpPr>
        <p:spPr>
          <a:xfrm>
            <a:off x="-18760" y="3686110"/>
            <a:ext cx="6114760" cy="1085449"/>
          </a:xfrm>
          <a:prstGeom prst="rect">
            <a:avLst/>
          </a:prstGeom>
          <a:solidFill>
            <a:schemeClr val="bg1">
              <a:lumMod val="8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A8E9721-EBDF-44F9-62EE-32C2ABFD4E06}"/>
              </a:ext>
            </a:extLst>
          </p:cNvPr>
          <p:cNvSpPr/>
          <p:nvPr/>
        </p:nvSpPr>
        <p:spPr>
          <a:xfrm>
            <a:off x="6096000" y="3686110"/>
            <a:ext cx="6077240" cy="1085449"/>
          </a:xfrm>
          <a:prstGeom prst="rect">
            <a:avLst/>
          </a:prstGeom>
          <a:solidFill>
            <a:schemeClr val="bg1">
              <a:lumMod val="6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pic>
        <p:nvPicPr>
          <p:cNvPr id="10" name="Picture 2" descr="microsoft visual studio2019 icon에 대한 이미지 검색결과">
            <a:extLst>
              <a:ext uri="{FF2B5EF4-FFF2-40B4-BE49-F238E27FC236}">
                <a16:creationId xmlns:a16="http://schemas.microsoft.com/office/drawing/2014/main" id="{AC64E882-565C-698C-A488-C0309EEA2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87" y="3867182"/>
            <a:ext cx="723304" cy="723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19DD4166-0ECC-09F6-F7FD-6B14F8619CCA}"/>
              </a:ext>
            </a:extLst>
          </p:cNvPr>
          <p:cNvSpPr txBox="1"/>
          <p:nvPr/>
        </p:nvSpPr>
        <p:spPr>
          <a:xfrm>
            <a:off x="2072098" y="4044168"/>
            <a:ext cx="289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Visual Studio 2022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B80D03B-12C6-8EBF-C606-940F8F5802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4986" y1="33824" x2="44986" y2="33824"/>
                        <a14:foregroundMark x1="50678" y1="36029" x2="50678" y2="36029"/>
                        <a14:foregroundMark x1="50949" y1="52941" x2="50949" y2="52941"/>
                        <a14:foregroundMark x1="55285" y1="47794" x2="55285" y2="47794"/>
                        <a14:foregroundMark x1="65854" y1="48529" x2="65854" y2="48529"/>
                        <a14:foregroundMark x1="72087" y1="54412" x2="72087" y2="54412"/>
                        <a14:foregroundMark x1="82385" y1="47794" x2="82385" y2="477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36128" y="2500459"/>
            <a:ext cx="2048140" cy="75487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5FFB9446-91D8-F3DB-9421-C977BE1D8B32}"/>
              </a:ext>
            </a:extLst>
          </p:cNvPr>
          <p:cNvSpPr txBox="1"/>
          <p:nvPr/>
        </p:nvSpPr>
        <p:spPr>
          <a:xfrm>
            <a:off x="8106049" y="4044168"/>
            <a:ext cx="289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DirectX 12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14" name="그래픽 20">
            <a:extLst>
              <a:ext uri="{FF2B5EF4-FFF2-40B4-BE49-F238E27FC236}">
                <a16:creationId xmlns:a16="http://schemas.microsoft.com/office/drawing/2014/main" id="{24260225-6F4A-3428-48F2-EDEBB7A8342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6128" y="3712555"/>
            <a:ext cx="2132118" cy="877931"/>
          </a:xfrm>
          <a:prstGeom prst="rect">
            <a:avLst/>
          </a:prstGeom>
        </p:spPr>
      </p:pic>
      <p:sp>
        <p:nvSpPr>
          <p:cNvPr id="15" name="TextBox 21">
            <a:extLst>
              <a:ext uri="{FF2B5EF4-FFF2-40B4-BE49-F238E27FC236}">
                <a16:creationId xmlns:a16="http://schemas.microsoft.com/office/drawing/2014/main" id="{0322B2EA-F77A-988B-6CF3-AB528AA69449}"/>
              </a:ext>
            </a:extLst>
          </p:cNvPr>
          <p:cNvSpPr txBox="1"/>
          <p:nvPr/>
        </p:nvSpPr>
        <p:spPr>
          <a:xfrm>
            <a:off x="8186858" y="2693228"/>
            <a:ext cx="289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Git hub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3649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16510-F7E3-5FCC-023C-956D6E759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목적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AF9955-AC35-D27F-2E99-4B37F6C71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037648"/>
          </a:xfrm>
        </p:spPr>
        <p:txBody>
          <a:bodyPr/>
          <a:lstStyle/>
          <a:p>
            <a:r>
              <a:rPr lang="en-US" altLang="ko-KR" b="1" dirty="0"/>
              <a:t>DirectX 12 API</a:t>
            </a:r>
            <a:r>
              <a:rPr lang="ko-KR" altLang="en-US" dirty="0"/>
              <a:t>를 활용한 </a:t>
            </a:r>
            <a:r>
              <a:rPr lang="ko-KR" altLang="en-US" b="1" dirty="0"/>
              <a:t>자체 제작 엔진</a:t>
            </a:r>
            <a:r>
              <a:rPr lang="en-US" altLang="ko-KR" b="1" dirty="0"/>
              <a:t>(Custom Engine)</a:t>
            </a:r>
            <a:r>
              <a:rPr lang="ko-KR" altLang="en-US" dirty="0"/>
              <a:t> 기반의 </a:t>
            </a:r>
            <a:r>
              <a:rPr lang="ko-KR" altLang="en-US" b="1" dirty="0"/>
              <a:t>고품질 </a:t>
            </a:r>
            <a:r>
              <a:rPr lang="en-US" altLang="ko-KR" b="1" dirty="0"/>
              <a:t>3D </a:t>
            </a:r>
            <a:r>
              <a:rPr lang="ko-KR" altLang="en-US" b="1" dirty="0"/>
              <a:t>액션 게임</a:t>
            </a:r>
            <a:r>
              <a:rPr lang="ko-KR" altLang="en-US" dirty="0"/>
              <a:t> 개발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D53E181-156B-AEFC-28EB-FF2EA58406CB}"/>
              </a:ext>
            </a:extLst>
          </p:cNvPr>
          <p:cNvSpPr txBox="1">
            <a:spLocks/>
          </p:cNvSpPr>
          <p:nvPr/>
        </p:nvSpPr>
        <p:spPr>
          <a:xfrm>
            <a:off x="838200" y="2998212"/>
            <a:ext cx="10515600" cy="1037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IOCP </a:t>
            </a:r>
            <a:r>
              <a:rPr lang="ko-KR" altLang="en-US" b="1" dirty="0"/>
              <a:t>모델</a:t>
            </a:r>
            <a:r>
              <a:rPr lang="ko-KR" altLang="en-US" dirty="0"/>
              <a:t>을 적용한 </a:t>
            </a:r>
            <a:r>
              <a:rPr lang="ko-KR" altLang="en-US" b="1" dirty="0"/>
              <a:t>비동기 입출력 전용 서버</a:t>
            </a:r>
            <a:r>
              <a:rPr lang="ko-KR" altLang="en-US" dirty="0"/>
              <a:t> 구축 및 </a:t>
            </a:r>
            <a:r>
              <a:rPr lang="ko-KR" altLang="en-US" b="1" dirty="0"/>
              <a:t>실시간 멀티플레이</a:t>
            </a:r>
            <a:r>
              <a:rPr lang="ko-KR" altLang="en-US" dirty="0"/>
              <a:t> 동기화 기술 구현</a:t>
            </a:r>
          </a:p>
        </p:txBody>
      </p:sp>
    </p:spTree>
    <p:extLst>
      <p:ext uri="{BB962C8B-B14F-4D97-AF65-F5344CB8AC3E}">
        <p14:creationId xmlns:p14="http://schemas.microsoft.com/office/powerpoint/2010/main" val="1822337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114</Words>
  <Application>Microsoft Office PowerPoint</Application>
  <PresentationFormat>와이드스크린</PresentationFormat>
  <Paragraphs>26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나눔스퀘어 ExtraBold</vt:lpstr>
      <vt:lpstr>맑은 고딕</vt:lpstr>
      <vt:lpstr>Arial</vt:lpstr>
      <vt:lpstr>Office 테마</vt:lpstr>
      <vt:lpstr>SlayTheLord(S.T.L)</vt:lpstr>
      <vt:lpstr>목차</vt:lpstr>
      <vt:lpstr>개인별 준비현황</vt:lpstr>
      <vt:lpstr>개발 환경</vt:lpstr>
      <vt:lpstr>연구 목적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박경준(2021180009)</dc:creator>
  <cp:lastModifiedBy>박경준(2021180009)</cp:lastModifiedBy>
  <cp:revision>3</cp:revision>
  <dcterms:created xsi:type="dcterms:W3CDTF">2025-12-16T11:19:42Z</dcterms:created>
  <dcterms:modified xsi:type="dcterms:W3CDTF">2025-12-16T17:34:01Z</dcterms:modified>
</cp:coreProperties>
</file>